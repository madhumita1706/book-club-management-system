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7"/>
  </p:notesMasterIdLst>
  <p:sldIdLst>
    <p:sldId id="257" r:id="rId3"/>
    <p:sldId id="258" r:id="rId4"/>
    <p:sldId id="260" r:id="rId5"/>
    <p:sldId id="286" r:id="rId6"/>
    <p:sldId id="275" r:id="rId7"/>
    <p:sldId id="287" r:id="rId8"/>
    <p:sldId id="290" r:id="rId9"/>
    <p:sldId id="293" r:id="rId10"/>
    <p:sldId id="291" r:id="rId11"/>
    <p:sldId id="265" r:id="rId12"/>
    <p:sldId id="294" r:id="rId13"/>
    <p:sldId id="271" r:id="rId14"/>
    <p:sldId id="272" r:id="rId15"/>
    <p:sldId id="274" r:id="rId16"/>
  </p:sldIdLst>
  <p:sldSz cx="12192000" cy="6858000"/>
  <p:notesSz cx="7772400" cy="10058400"/>
  <p:embeddedFontLst>
    <p:embeddedFont>
      <p:font typeface="Arial Rounded MT Bold" panose="020F0704030504030204" pitchFamily="3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4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 showGuides="1">
      <p:cViewPr varScale="1">
        <p:scale>
          <a:sx n="86" d="100"/>
          <a:sy n="86" d="100"/>
        </p:scale>
        <p:origin x="533" y="67"/>
      </p:cViewPr>
      <p:guideLst>
        <p:guide orient="horz" pos="218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94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 panose="02020603050405020304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08E69C-5052-46B2-0987-46045A0D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>
            <a:extLst>
              <a:ext uri="{FF2B5EF4-FFF2-40B4-BE49-F238E27FC236}">
                <a16:creationId xmlns:a16="http://schemas.microsoft.com/office/drawing/2014/main" id="{D4898ED5-0589-8CBF-3D4E-F94FE1833F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>
            <a:extLst>
              <a:ext uri="{FF2B5EF4-FFF2-40B4-BE49-F238E27FC236}">
                <a16:creationId xmlns:a16="http://schemas.microsoft.com/office/drawing/2014/main" id="{ED2B40E8-D5C3-F601-DDDC-E512FFA05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>
            <a:extLst>
              <a:ext uri="{FF2B5EF4-FFF2-40B4-BE49-F238E27FC236}">
                <a16:creationId xmlns:a16="http://schemas.microsoft.com/office/drawing/2014/main" id="{8044EA2D-1853-197B-53D6-F5CB2E9E9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583173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D9999D0-B647-33DA-1178-B716A93F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>
            <a:extLst>
              <a:ext uri="{FF2B5EF4-FFF2-40B4-BE49-F238E27FC236}">
                <a16:creationId xmlns:a16="http://schemas.microsoft.com/office/drawing/2014/main" id="{1B3D100D-56BE-6809-4CC9-F48D4BF081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6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>
            <a:extLst>
              <a:ext uri="{FF2B5EF4-FFF2-40B4-BE49-F238E27FC236}">
                <a16:creationId xmlns:a16="http://schemas.microsoft.com/office/drawing/2014/main" id="{6624457E-B088-22A4-FD77-A326666FA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>
            <a:extLst>
              <a:ext uri="{FF2B5EF4-FFF2-40B4-BE49-F238E27FC236}">
                <a16:creationId xmlns:a16="http://schemas.microsoft.com/office/drawing/2014/main" id="{B9C4A788-1F53-8996-4155-9468B01D4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750100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67AB334-78DB-ABB6-3C25-3FB6D336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>
            <a:extLst>
              <a:ext uri="{FF2B5EF4-FFF2-40B4-BE49-F238E27FC236}">
                <a16:creationId xmlns:a16="http://schemas.microsoft.com/office/drawing/2014/main" id="{FFD5EDF9-3C30-DF62-453A-67AAC617E5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>
            <a:extLst>
              <a:ext uri="{FF2B5EF4-FFF2-40B4-BE49-F238E27FC236}">
                <a16:creationId xmlns:a16="http://schemas.microsoft.com/office/drawing/2014/main" id="{BE1D2547-F574-585D-0D81-07A4275BB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>
            <a:extLst>
              <a:ext uri="{FF2B5EF4-FFF2-40B4-BE49-F238E27FC236}">
                <a16:creationId xmlns:a16="http://schemas.microsoft.com/office/drawing/2014/main" id="{1FD83A40-EA83-E65B-7356-16881F354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11421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E1E6EE3-024E-94AE-B326-01114DB6A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>
            <a:extLst>
              <a:ext uri="{FF2B5EF4-FFF2-40B4-BE49-F238E27FC236}">
                <a16:creationId xmlns:a16="http://schemas.microsoft.com/office/drawing/2014/main" id="{AC3742D9-5803-E03B-2F51-C35259511D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>
            <a:extLst>
              <a:ext uri="{FF2B5EF4-FFF2-40B4-BE49-F238E27FC236}">
                <a16:creationId xmlns:a16="http://schemas.microsoft.com/office/drawing/2014/main" id="{B3957728-E4E0-C3DF-E960-63FBA98C74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>
            <a:extLst>
              <a:ext uri="{FF2B5EF4-FFF2-40B4-BE49-F238E27FC236}">
                <a16:creationId xmlns:a16="http://schemas.microsoft.com/office/drawing/2014/main" id="{87B4AE53-31F8-581B-A25F-299B55C70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531639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71C323F-3487-57C2-6A13-0C26EF40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>
            <a:extLst>
              <a:ext uri="{FF2B5EF4-FFF2-40B4-BE49-F238E27FC236}">
                <a16:creationId xmlns:a16="http://schemas.microsoft.com/office/drawing/2014/main" id="{02BD7A88-9E88-B559-E0EE-4CBD0D35BC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9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>
            <a:extLst>
              <a:ext uri="{FF2B5EF4-FFF2-40B4-BE49-F238E27FC236}">
                <a16:creationId xmlns:a16="http://schemas.microsoft.com/office/drawing/2014/main" id="{A76360C8-885C-B4F9-4258-4576C1ABA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>
            <a:extLst>
              <a:ext uri="{FF2B5EF4-FFF2-40B4-BE49-F238E27FC236}">
                <a16:creationId xmlns:a16="http://schemas.microsoft.com/office/drawing/2014/main" id="{30D991DF-1F77-1E33-97AF-99FBD4564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129716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6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35BE9D7-B817-53C7-DA18-B2D0A445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>
            <a:extLst>
              <a:ext uri="{FF2B5EF4-FFF2-40B4-BE49-F238E27FC236}">
                <a16:creationId xmlns:a16="http://schemas.microsoft.com/office/drawing/2014/main" id="{255D86A3-67F8-782A-B3E0-4D70D9A64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6" name="Google Shape;244;g7d84d380f2533759_9:notes">
            <a:extLst>
              <a:ext uri="{FF2B5EF4-FFF2-40B4-BE49-F238E27FC236}">
                <a16:creationId xmlns:a16="http://schemas.microsoft.com/office/drawing/2014/main" id="{5EBD6F6F-BD9C-3E09-EC38-F2921E1DA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>
            <a:extLst>
              <a:ext uri="{FF2B5EF4-FFF2-40B4-BE49-F238E27FC236}">
                <a16:creationId xmlns:a16="http://schemas.microsoft.com/office/drawing/2014/main" id="{A05D5C6C-CB59-E92D-F89B-FE3159E76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151807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75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76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14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9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9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52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>
            <a:endParaRPr/>
          </a:p>
        </p:txBody>
      </p:sp>
      <p:sp>
        <p:nvSpPr>
          <p:cNvPr id="1048753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4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6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0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771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72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4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75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76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77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7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38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39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40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41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42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9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80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82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56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57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58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9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1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2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63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64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8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9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0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4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9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9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>
            <a:endParaRPr/>
          </a:p>
        </p:txBody>
      </p:sp>
      <p:sp>
        <p:nvSpPr>
          <p:cNvPr id="1048720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1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71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7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78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79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048580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2029618" y="414338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lvl="0" algn="ctr">
              <a:lnSpc>
                <a:spcPct val="150000"/>
              </a:lnSpc>
              <a:buSzPts val="2000"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CSE(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LEARNING) </a:t>
            </a:r>
          </a:p>
          <a:p>
            <a:pPr lvl="0" algn="ctr">
              <a:lnSpc>
                <a:spcPct val="150000"/>
              </a:lnSpc>
              <a:buSzPts val="2000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CGB</a:t>
            </a:r>
            <a:r>
              <a:rPr lang="en-GB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1221 –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lvl="0" algn="ctr">
              <a:lnSpc>
                <a:spcPct val="150000"/>
              </a:lnSpc>
              <a:buSzPts val="2000"/>
            </a:pP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176734" y="3276175"/>
            <a:ext cx="983853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CLUB MANAGEMENT SYSTEM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48588" name="Google Shape;146;p26"/>
          <p:cNvSpPr txBox="1"/>
          <p:nvPr/>
        </p:nvSpPr>
        <p:spPr>
          <a:xfrm>
            <a:off x="64135" y="463048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PRESENTED BY  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lvl="0" algn="just">
              <a:lnSpc>
                <a:spcPct val="150000"/>
              </a:lnSpc>
              <a:buSzPts val="2400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MADHUMITA SP                                                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Mr. </a:t>
            </a:r>
            <a:r>
              <a:rPr lang="en-GB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P.Nagaraj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, M.E.,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8115U24AM033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Assistant Professor / 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&amp;ML.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1184551" y="1828800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Objective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Project Analysis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Architecture </a:t>
            </a:r>
            <a:endParaRPr lang="en-GB" sz="1800" b="1" dirty="0">
              <a:latin typeface="Times New Roman" pitchFamily="18" charset="0"/>
              <a:cs typeface="Times New Roman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IN" altLang="en-GB" sz="1800" b="1" dirty="0">
                <a:latin typeface="Times New Roman" pitchFamily="18" charset="0"/>
                <a:cs typeface="Times New Roman" pitchFamily="18" charset="0"/>
              </a:rPr>
              <a:t>Methodology </a:t>
            </a:r>
            <a:endParaRPr lang="en-US" altLang="en-GB" sz="1800" b="1" dirty="0">
              <a:latin typeface="Times New Roman" pitchFamily="18" charset="0"/>
              <a:cs typeface="Times New Roman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Entities Used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Modules</a:t>
            </a:r>
            <a:endParaRPr lang="en-US" sz="1800" b="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IN" altLang="zh-CN" sz="1800" b="1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Implementation </a:t>
            </a:r>
            <a:endParaRPr lang="en-US" sz="1800" b="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Future Scope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1314856" y="1903184"/>
            <a:ext cx="8741957" cy="368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4487" algn="just">
              <a:lnSpc>
                <a:spcPct val="200000"/>
              </a:lnSpc>
              <a:spcBef>
                <a:spcPts val="325"/>
              </a:spcBef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the Book Club Management System is to efficiently manage book club activities such as member registration, book cataloging, borrowing and returning books, and tracking reading activities.</a:t>
            </a:r>
          </a:p>
          <a:p>
            <a:pPr marL="344487" algn="just">
              <a:lnSpc>
                <a:spcPct val="200000"/>
              </a:lnSpc>
              <a:spcBef>
                <a:spcPts val="325"/>
              </a:spcBef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reduce manual work and provide a user-friendly digital platform for book club operations.</a:t>
            </a:r>
            <a:endParaRPr lang="en-US" alt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1760584-E935-E570-59E3-B203975C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>
            <a:extLst>
              <a:ext uri="{FF2B5EF4-FFF2-40B4-BE49-F238E27FC236}">
                <a16:creationId xmlns:a16="http://schemas.microsoft.com/office/drawing/2014/main" id="{9EE891E0-E2A1-EDB0-185F-9AEDA5E16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PROJECT ANALYSIS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>
            <a:extLst>
              <a:ext uri="{FF2B5EF4-FFF2-40B4-BE49-F238E27FC236}">
                <a16:creationId xmlns:a16="http://schemas.microsoft.com/office/drawing/2014/main" id="{15C150A5-C9D9-84FD-4A65-192050F7FFB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>
            <a:extLst>
              <a:ext uri="{FF2B5EF4-FFF2-40B4-BE49-F238E27FC236}">
                <a16:creationId xmlns:a16="http://schemas.microsoft.com/office/drawing/2014/main" id="{C9AEC538-04B6-927C-0161-B0D56FF13D38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>
            <a:extLst>
              <a:ext uri="{FF2B5EF4-FFF2-40B4-BE49-F238E27FC236}">
                <a16:creationId xmlns:a16="http://schemas.microsoft.com/office/drawing/2014/main" id="{6A5087BA-CD0D-38EC-067E-073E1F429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2602" y="1800224"/>
            <a:ext cx="8741957" cy="478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solve problems in traditional book club management: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Issues: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keeping (registers/papers)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borrowed books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database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data loss and errors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DBMS-based system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book tracking and member management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records for issue/return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data retrieval and reporting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02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9A7C-DA23-9EC9-32FD-C68B495D3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7908" y="0"/>
            <a:ext cx="6916184" cy="1470025"/>
          </a:xfrm>
        </p:spPr>
        <p:txBody>
          <a:bodyPr/>
          <a:lstStyle/>
          <a:p>
            <a:pPr algn="ctr"/>
            <a:b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sz="3000" b="1" dirty="0"/>
          </a:p>
        </p:txBody>
      </p:sp>
      <p:pic>
        <p:nvPicPr>
          <p:cNvPr id="5" name="Google Shape;168;p28">
            <a:extLst>
              <a:ext uri="{FF2B5EF4-FFF2-40B4-BE49-F238E27FC236}">
                <a16:creationId xmlns:a16="http://schemas.microsoft.com/office/drawing/2014/main" id="{9232178C-7638-6939-1CD4-783C9F8242F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9;p28" descr="KRCE Tiruchirappalli : Admission 2024, Courses, Fees, Placement, Cut Off">
            <a:extLst>
              <a:ext uri="{FF2B5EF4-FFF2-40B4-BE49-F238E27FC236}">
                <a16:creationId xmlns:a16="http://schemas.microsoft.com/office/drawing/2014/main" id="{A418D8A6-C441-AAE1-CF91-86C2FF7553B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858D479-6D67-E8DB-0620-9EEE583D33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113213" cy="411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D3AE20-D53F-3859-350A-B803A4072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87" y="1271588"/>
            <a:ext cx="7272738" cy="51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8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D7201FE-F100-19C6-7912-F9278375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>
            <a:extLst>
              <a:ext uri="{FF2B5EF4-FFF2-40B4-BE49-F238E27FC236}">
                <a16:creationId xmlns:a16="http://schemas.microsoft.com/office/drawing/2014/main" id="{40E5247F-4D42-6FFB-3180-1ED3F737E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METHODOLOGY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>
            <a:extLst>
              <a:ext uri="{FF2B5EF4-FFF2-40B4-BE49-F238E27FC236}">
                <a16:creationId xmlns:a16="http://schemas.microsoft.com/office/drawing/2014/main" id="{7A6AF40F-615F-61B6-8089-B1A87BC625B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>
            <a:extLst>
              <a:ext uri="{FF2B5EF4-FFF2-40B4-BE49-F238E27FC236}">
                <a16:creationId xmlns:a16="http://schemas.microsoft.com/office/drawing/2014/main" id="{6ABDDA7E-2509-F759-AD29-4BE907D38884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>
            <a:extLst>
              <a:ext uri="{FF2B5EF4-FFF2-40B4-BE49-F238E27FC236}">
                <a16:creationId xmlns:a16="http://schemas.microsoft.com/office/drawing/2014/main" id="{BD6EFDFE-4175-76B3-126B-5107230D0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50" y="1651808"/>
            <a:ext cx="10040570" cy="454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structured development approach: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needs (admin &amp; members)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ER diagram and database schema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+ Backend coding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for books, members, transactions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bugs and errors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system locally or on server.</a:t>
            </a:r>
          </a:p>
        </p:txBody>
      </p:sp>
    </p:spTree>
    <p:extLst>
      <p:ext uri="{BB962C8B-B14F-4D97-AF65-F5344CB8AC3E}">
        <p14:creationId xmlns:p14="http://schemas.microsoft.com/office/powerpoint/2010/main" val="18730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A704253-01FB-6064-E925-BE2A486D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>
            <a:extLst>
              <a:ext uri="{FF2B5EF4-FFF2-40B4-BE49-F238E27FC236}">
                <a16:creationId xmlns:a16="http://schemas.microsoft.com/office/drawing/2014/main" id="{B67CE3FB-EB97-9302-4A94-F9C10EAB1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ENTITIES USED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>
            <a:extLst>
              <a:ext uri="{FF2B5EF4-FFF2-40B4-BE49-F238E27FC236}">
                <a16:creationId xmlns:a16="http://schemas.microsoft.com/office/drawing/2014/main" id="{12F179C9-2908-F6B9-FC73-F957BC0D73C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>
            <a:extLst>
              <a:ext uri="{FF2B5EF4-FFF2-40B4-BE49-F238E27FC236}">
                <a16:creationId xmlns:a16="http://schemas.microsoft.com/office/drawing/2014/main" id="{7BE5F957-8109-ED49-1DB8-F0F91E0F5B8D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>
            <a:extLst>
              <a:ext uri="{FF2B5EF4-FFF2-40B4-BE49-F238E27FC236}">
                <a16:creationId xmlns:a16="http://schemas.microsoft.com/office/drawing/2014/main" id="{FE2163CF-8424-E0FD-17F5-5415AD550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7389" y="1741487"/>
            <a:ext cx="10495721" cy="478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structured relational data stored in a database.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5715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6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27AAD1C-6C7C-0B5B-BA42-CC5FAFAD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>
            <a:extLst>
              <a:ext uri="{FF2B5EF4-FFF2-40B4-BE49-F238E27FC236}">
                <a16:creationId xmlns:a16="http://schemas.microsoft.com/office/drawing/2014/main" id="{E0039860-E644-EF77-E201-659CC572D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ENTITIES USED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>
            <a:extLst>
              <a:ext uri="{FF2B5EF4-FFF2-40B4-BE49-F238E27FC236}">
                <a16:creationId xmlns:a16="http://schemas.microsoft.com/office/drawing/2014/main" id="{1FDF04AA-6C34-211A-2A69-5FDDF1CB843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>
            <a:extLst>
              <a:ext uri="{FF2B5EF4-FFF2-40B4-BE49-F238E27FC236}">
                <a16:creationId xmlns:a16="http://schemas.microsoft.com/office/drawing/2014/main" id="{D807C267-12EE-05D5-755C-15E393C8B9B2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>
            <a:extLst>
              <a:ext uri="{FF2B5EF4-FFF2-40B4-BE49-F238E27FC236}">
                <a16:creationId xmlns:a16="http://schemas.microsoft.com/office/drawing/2014/main" id="{D9BACEBC-F5CB-C415-8B79-76BD14E16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0292" y="845388"/>
            <a:ext cx="10495721" cy="478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(Foreign Key)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(Foreign Key)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Issue_Date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25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2147368-E36F-F438-87D6-5E1610E2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>
            <a:extLst>
              <a:ext uri="{FF2B5EF4-FFF2-40B4-BE49-F238E27FC236}">
                <a16:creationId xmlns:a16="http://schemas.microsoft.com/office/drawing/2014/main" id="{9F751D69-2DAF-47AE-FA44-C6D589C6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MODULES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>
            <a:extLst>
              <a:ext uri="{FF2B5EF4-FFF2-40B4-BE49-F238E27FC236}">
                <a16:creationId xmlns:a16="http://schemas.microsoft.com/office/drawing/2014/main" id="{00086C72-9FFD-EBFB-E7BB-A315A3E00B5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>
            <a:extLst>
              <a:ext uri="{FF2B5EF4-FFF2-40B4-BE49-F238E27FC236}">
                <a16:creationId xmlns:a16="http://schemas.microsoft.com/office/drawing/2014/main" id="{230438C1-6AB9-914B-A58B-AAA57BD76CDB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>
            <a:extLst>
              <a:ext uri="{FF2B5EF4-FFF2-40B4-BE49-F238E27FC236}">
                <a16:creationId xmlns:a16="http://schemas.microsoft.com/office/drawing/2014/main" id="{BB5C8E58-895B-FD61-B4AC-2E270800E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4576" y="1928959"/>
            <a:ext cx="10197905" cy="478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Register/login members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books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by title/author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and return books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and books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issued/returned books </a:t>
            </a:r>
          </a:p>
          <a:p>
            <a:pPr marL="571500" indent="-457200">
              <a:lnSpc>
                <a:spcPct val="200000"/>
              </a:lnSpc>
              <a:buFont typeface="+mj-lt"/>
              <a:buAutoNum type="arabicPeriod"/>
            </a:pPr>
            <a:endParaRPr lang="en-IN" alt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71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IMPLEMENTATION</a:t>
            </a:r>
          </a:p>
        </p:txBody>
      </p:sp>
      <p:pic>
        <p:nvPicPr>
          <p:cNvPr id="209716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37343" y="254838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Generated image: Book club management interface overview">
            <a:extLst>
              <a:ext uri="{FF2B5EF4-FFF2-40B4-BE49-F238E27FC236}">
                <a16:creationId xmlns:a16="http://schemas.microsoft.com/office/drawing/2014/main" id="{3AE67CF8-4100-CE1C-8560-693754ADA5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BFFD68-7C13-03E9-A383-421109AE0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" y="1623334"/>
            <a:ext cx="8943048" cy="45377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EEE6464E-15D1-A578-7BD3-0DB6530A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>
            <a:extLst>
              <a:ext uri="{FF2B5EF4-FFF2-40B4-BE49-F238E27FC236}">
                <a16:creationId xmlns:a16="http://schemas.microsoft.com/office/drawing/2014/main" id="{9724F476-6551-3194-39FA-3D7ED8B2F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IMPLEMENTATION</a:t>
            </a:r>
          </a:p>
        </p:txBody>
      </p:sp>
      <p:pic>
        <p:nvPicPr>
          <p:cNvPr id="2097168" name="Google Shape;248;p37">
            <a:extLst>
              <a:ext uri="{FF2B5EF4-FFF2-40B4-BE49-F238E27FC236}">
                <a16:creationId xmlns:a16="http://schemas.microsoft.com/office/drawing/2014/main" id="{9E25EFAD-CE73-7FEE-288A-C6BEA9245FE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7367028E-9563-4EBB-A28A-EAE8E2CF4473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37343" y="254838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Generated image: Book club management interface overview">
            <a:extLst>
              <a:ext uri="{FF2B5EF4-FFF2-40B4-BE49-F238E27FC236}">
                <a16:creationId xmlns:a16="http://schemas.microsoft.com/office/drawing/2014/main" id="{33673FB2-4F1F-5A0D-6ED7-3FA3ED7CB8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D92D0-92F4-3D24-59BD-DA48BD8FB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042" y="1594087"/>
            <a:ext cx="7521272" cy="446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9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CONCLUSION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2" name="Google Shape;250;p37"/>
          <p:cNvSpPr txBox="1">
            <a:spLocks noGrp="1"/>
          </p:cNvSpPr>
          <p:nvPr>
            <p:ph type="body" idx="1"/>
          </p:nvPr>
        </p:nvSpPr>
        <p:spPr>
          <a:xfrm>
            <a:off x="957116" y="1403471"/>
            <a:ext cx="8752182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eaLnBrk="0" fontAlgn="base" hangingPunc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Book Club Management System successfully automates book club operations.</a:t>
            </a:r>
          </a:p>
          <a:p>
            <a:pPr marL="342900" eaLnBrk="0" fontAlgn="base" hangingPunc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efficiency, reduces manual errors, and provides a structured way to manage books and members.</a:t>
            </a:r>
            <a:endParaRPr lang="en-US" altLang="en-US" sz="2000" dirty="0">
              <a:latin typeface="Times New Roman" panose="02020603050405020304" pitchFamily="18" charset="0"/>
              <a:cs typeface="Times New Roman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FUTURE SCOPE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0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235038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A7D85F-AEEC-C6E1-D13A-35BA532B5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27" y="1884104"/>
            <a:ext cx="12109450" cy="396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Barcode/QR code for books 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book reservation system 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Email/SMS notifications for due dates 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e-book platforms 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book recommendations 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450</Words>
  <Application>Microsoft Office PowerPoint</Application>
  <PresentationFormat>Widescreen</PresentationFormat>
  <Paragraphs>119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Times New Roman</vt:lpstr>
      <vt:lpstr>Arial Rounded MT Bold</vt:lpstr>
      <vt:lpstr>Wingdings</vt:lpstr>
      <vt:lpstr>Arial</vt:lpstr>
      <vt:lpstr>Calibri</vt:lpstr>
      <vt:lpstr>Office Theme</vt:lpstr>
      <vt:lpstr>1_Office Theme</vt:lpstr>
      <vt:lpstr>PowerPoint Presentation</vt:lpstr>
      <vt:lpstr>PRESENTATION OVERVIEW</vt:lpstr>
      <vt:lpstr>OBJECTIVE</vt:lpstr>
      <vt:lpstr>PROJECT ANALYSIS</vt:lpstr>
      <vt:lpstr> SYSTEM ARCHITECTURE </vt:lpstr>
      <vt:lpstr>METHODOLOGY </vt:lpstr>
      <vt:lpstr>ENTITIES USED </vt:lpstr>
      <vt:lpstr>ENTITIES USED </vt:lpstr>
      <vt:lpstr>MODULES </vt:lpstr>
      <vt:lpstr>IMPLEMENTATION</vt:lpstr>
      <vt:lpstr>IMPLEMENTATION</vt:lpstr>
      <vt:lpstr>CONCLUSION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CHINNARAJ THULASI</cp:lastModifiedBy>
  <cp:revision>26</cp:revision>
  <dcterms:created xsi:type="dcterms:W3CDTF">2025-06-04T17:03:00Z</dcterms:created>
  <dcterms:modified xsi:type="dcterms:W3CDTF">2026-05-05T09:42:14Z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E221D649D8A047FB9CE9B13543091BA5_13</vt:lpwstr>
  </property>
  <property fmtid="{D5CDD505-2E9C-101B-9397-08002B2CF9AE}" pid="3" name="KSOProductBuildVer">
    <vt:lpwstr>1033-12.2.0.23131</vt:lpwstr>
  </property>
</Properties>
</file>